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5" r:id="rId2"/>
  </p:sldMasterIdLst>
  <p:notesMasterIdLst>
    <p:notesMasterId r:id="rId6"/>
  </p:notesMasterIdLst>
  <p:sldIdLst>
    <p:sldId id="280" r:id="rId3"/>
    <p:sldId id="290" r:id="rId4"/>
    <p:sldId id="29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 autoAdjust="0"/>
    <p:restoredTop sz="94692" autoAdjust="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2D245-9CCB-4B55-9CF4-A83E520AA516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404D0-77C6-438D-A927-2EC383EF6D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31775" y="1138847"/>
            <a:ext cx="4355025" cy="1968500"/>
          </a:xfrm>
        </p:spPr>
        <p:txBody>
          <a:bodyPr/>
          <a:lstStyle>
            <a:lvl1pPr algn="l">
              <a:defRPr baseline="0">
                <a:solidFill>
                  <a:srgbClr val="004B8D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31775" y="3257980"/>
            <a:ext cx="4355025" cy="1796397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4BB7-BF7A-4EB9-AD2E-36DA1ADC4816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44B4-3EF8-4A11-B1C9-9925DA7EE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0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A4BB7-BF7A-4EB9-AD2E-36DA1ADC4816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444B4-3EF8-4A11-B1C9-9925DA7EE6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274638"/>
            <a:ext cx="7861300" cy="1143000"/>
          </a:xfrm>
        </p:spPr>
        <p:txBody>
          <a:bodyPr/>
          <a:lstStyle>
            <a:lvl1pPr>
              <a:defRPr baseline="0"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600200"/>
            <a:ext cx="78613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9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49907"/>
            <a:ext cx="7086600" cy="913643"/>
          </a:xfrm>
        </p:spPr>
        <p:txBody>
          <a:bodyPr anchor="t"/>
          <a:lstStyle>
            <a:lvl1pPr algn="l">
              <a:defRPr baseline="0"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315388"/>
            <a:ext cx="6400800" cy="43234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6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274638"/>
            <a:ext cx="7861300" cy="1143000"/>
          </a:xfrm>
        </p:spPr>
        <p:txBody>
          <a:bodyPr/>
          <a:lstStyle>
            <a:lvl1pPr>
              <a:defRPr baseline="0"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600200"/>
            <a:ext cx="78613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9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4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34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0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0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1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rgbClr val="004B8D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04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57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rgbClr val="004B8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99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90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A4BB7-BF7A-4EB9-AD2E-36DA1ADC4816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444B4-3EF8-4A11-B1C9-9925DA7EE6E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123A53-F5D8-7144-ACC3-7F3CCD3D6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1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7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76B53-B989-9A4F-9FD4-67855968DBAA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1126A-BD49-E241-8663-2BF9FF756D3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FA9CD5-14A0-364D-A589-F33E751D66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9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62400" y="1371600"/>
            <a:ext cx="48768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cap="small" dirty="0">
                <a:solidFill>
                  <a:srgbClr val="003366"/>
                </a:solidFill>
                <a:effectLst>
                  <a:reflection endPos="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Engineering Analysis</a:t>
            </a:r>
          </a:p>
          <a:p>
            <a:r>
              <a:rPr lang="en-US" sz="4000" cap="small" dirty="0">
                <a:solidFill>
                  <a:srgbClr val="003366"/>
                </a:solidFill>
                <a:effectLst>
                  <a:reflection endPos="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(applied)</a:t>
            </a:r>
          </a:p>
          <a:p>
            <a:endParaRPr lang="en-US" dirty="0"/>
          </a:p>
          <a:p>
            <a:r>
              <a:rPr lang="en-US" sz="4000" cap="small" dirty="0">
                <a:solidFill>
                  <a:srgbClr val="003366"/>
                </a:solidFill>
                <a:effectLst>
                  <a:reflection endPos="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MEE 460 01</a:t>
            </a:r>
          </a:p>
          <a:p>
            <a:r>
              <a:rPr lang="en-US" sz="4000" b="1" i="1" cap="small" dirty="0">
                <a:solidFill>
                  <a:srgbClr val="003366"/>
                </a:solidFill>
                <a:effectLst>
                  <a:reflection endPos="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7200" y="5867400"/>
            <a:ext cx="323620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Giacomo Flora, Ph.D.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April 2</a:t>
            </a:r>
            <a:r>
              <a:rPr lang="en-US" sz="25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154271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52400"/>
            <a:ext cx="7960311" cy="533400"/>
          </a:xfrm>
          <a:effectLst/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003366"/>
                </a:solidFill>
                <a:effectLst>
                  <a:reflection blurRad="6350" endPos="0" dir="5400000" sy="-100000" algn="bl" rotWithShape="0"/>
                </a:effectLst>
              </a:rPr>
              <a:t>Machine Learning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762000"/>
            <a:ext cx="914400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https://ars.els-cdn.com/content/image/1-s2.0-S2666546821000756-gr1_lr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7640157" cy="295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52400" y="5943600"/>
            <a:ext cx="102889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</a:rPr>
              <a:t>L. Zhou, Y. Song, W. Ji, and H. Wei, “Machine learning for combustion,” </a:t>
            </a:r>
            <a:r>
              <a:rPr lang="en-US" sz="1200" i="1" dirty="0">
                <a:solidFill>
                  <a:srgbClr val="000000"/>
                </a:solidFill>
              </a:rPr>
              <a:t>Energy and AI</a:t>
            </a:r>
            <a:r>
              <a:rPr lang="en-US" sz="1200" dirty="0">
                <a:solidFill>
                  <a:srgbClr val="000000"/>
                </a:solidFill>
              </a:rPr>
              <a:t>, vol. 7, p. 100128, Jan. 2022.</a:t>
            </a:r>
            <a:endParaRPr lang="en-US" sz="1200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57200" y="1143000"/>
            <a:ext cx="8458200" cy="12192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Supervised vs Unsupervised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Supervised: very well defined features and targets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Unsupervised: Not defined features and targets</a:t>
            </a:r>
          </a:p>
        </p:txBody>
      </p:sp>
    </p:spTree>
    <p:extLst>
      <p:ext uri="{BB962C8B-B14F-4D97-AF65-F5344CB8AC3E}">
        <p14:creationId xmlns:p14="http://schemas.microsoft.com/office/powerpoint/2010/main" val="123526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FE30-E1A3-44DC-AC40-19CE7B09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 Failure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661395-44C3-48AA-AA1F-A71F37AF8780}"/>
              </a:ext>
            </a:extLst>
          </p:cNvPr>
          <p:cNvSpPr txBox="1"/>
          <p:nvPr/>
        </p:nvSpPr>
        <p:spPr>
          <a:xfrm>
            <a:off x="304800" y="1417638"/>
            <a:ext cx="7302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https://archive.ics.uci.edu/dataset/138/robot+execution+failures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58D7661-B146-4E31-A68E-68CE8F8CAD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425284"/>
              </p:ext>
            </p:extLst>
          </p:nvPr>
        </p:nvGraphicFramePr>
        <p:xfrm>
          <a:off x="146050" y="2003425"/>
          <a:ext cx="8851900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Bitmap Image" r:id="rId3" imgW="8852040" imgH="2851200" progId="Paint.Picture.1">
                  <p:embed/>
                </p:oleObj>
              </mc:Choice>
              <mc:Fallback>
                <p:oleObj name="Bitmap Image" r:id="rId3" imgW="8852040" imgH="285120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050" y="2003425"/>
                        <a:ext cx="8851900" cy="285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3509392"/>
      </p:ext>
    </p:extLst>
  </p:cSld>
  <p:clrMapOvr>
    <a:masterClrMapping/>
  </p:clrMapOvr>
</p:sld>
</file>

<file path=ppt/theme/theme1.xml><?xml version="1.0" encoding="utf-8"?>
<a:theme xmlns:a="http://schemas.openxmlformats.org/drawingml/2006/main" name="UDPowerPoint4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UDPowerPoint4</Template>
  <TotalTime>23263</TotalTime>
  <Words>101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UDPowerPoint4</vt:lpstr>
      <vt:lpstr>Custom Design</vt:lpstr>
      <vt:lpstr>Paintbrush Picture</vt:lpstr>
      <vt:lpstr>PowerPoint Presentation</vt:lpstr>
      <vt:lpstr>Machine Learning</vt:lpstr>
      <vt:lpstr>Robot Failure</vt:lpstr>
    </vt:vector>
  </TitlesOfParts>
  <Company>University of Dayton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giacomo</dc:creator>
  <cp:lastModifiedBy>Giacomo Flora</cp:lastModifiedBy>
  <cp:revision>104</cp:revision>
  <dcterms:created xsi:type="dcterms:W3CDTF">2016-01-18T17:19:59Z</dcterms:created>
  <dcterms:modified xsi:type="dcterms:W3CDTF">2024-04-02T13:21:05Z</dcterms:modified>
</cp:coreProperties>
</file>